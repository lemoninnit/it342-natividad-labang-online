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T Interphases" charset="1" panose="02000503020000020004"/>
      <p:regular r:id="rId11"/>
    </p:embeddedFont>
    <p:embeddedFont>
      <p:font typeface="Open Sauce Bold" charset="1" panose="00000800000000000000"/>
      <p:regular r:id="rId12"/>
    </p:embeddedFont>
    <p:embeddedFont>
      <p:font typeface="Open Sauce" charset="1" panose="00000500000000000000"/>
      <p:regular r:id="rId13"/>
    </p:embeddedFont>
    <p:embeddedFont>
      <p:font typeface="TT Interphases Bold" charset="1" panose="02000803060000020004"/>
      <p:regular r:id="rId14"/>
    </p:embeddedFont>
    <p:embeddedFont>
      <p:font typeface="Open Sauce Light" charset="1" panose="000004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12398" y="1982439"/>
            <a:ext cx="22432789" cy="18479010"/>
          </a:xfrm>
          <a:custGeom>
            <a:avLst/>
            <a:gdLst/>
            <a:ahLst/>
            <a:cxnLst/>
            <a:rect r="r" b="b" t="t" l="l"/>
            <a:pathLst>
              <a:path h="18479010" w="22432789">
                <a:moveTo>
                  <a:pt x="22432789" y="0"/>
                </a:moveTo>
                <a:lnTo>
                  <a:pt x="0" y="0"/>
                </a:lnTo>
                <a:lnTo>
                  <a:pt x="0" y="18479010"/>
                </a:lnTo>
                <a:lnTo>
                  <a:pt x="22432789" y="18479010"/>
                </a:lnTo>
                <a:lnTo>
                  <a:pt x="224327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03518" y="-2395380"/>
            <a:ext cx="8010482" cy="8000469"/>
          </a:xfrm>
          <a:custGeom>
            <a:avLst/>
            <a:gdLst/>
            <a:ahLst/>
            <a:cxnLst/>
            <a:rect r="r" b="b" t="t" l="l"/>
            <a:pathLst>
              <a:path h="8000469" w="8010482">
                <a:moveTo>
                  <a:pt x="0" y="0"/>
                </a:moveTo>
                <a:lnTo>
                  <a:pt x="8010482" y="0"/>
                </a:lnTo>
                <a:lnTo>
                  <a:pt x="8010482" y="8000469"/>
                </a:lnTo>
                <a:lnTo>
                  <a:pt x="0" y="800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01715" y="7739411"/>
            <a:ext cx="8989742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Web-Based Barangay Service System</a:t>
            </a:r>
          </a:p>
        </p:txBody>
      </p:sp>
      <p:sp>
        <p:nvSpPr>
          <p:cNvPr name="AutoShape 5" id="5"/>
          <p:cNvSpPr/>
          <p:nvPr/>
        </p:nvSpPr>
        <p:spPr>
          <a:xfrm>
            <a:off x="2501715" y="7235221"/>
            <a:ext cx="9172541" cy="14288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501715" y="2287239"/>
            <a:ext cx="9959790" cy="42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4"/>
              </a:lnSpc>
            </a:pPr>
            <a:r>
              <a:rPr lang="en-US" b="true" sz="16414" spc="-32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LABANGONLINE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907718" y="6734539"/>
            <a:ext cx="3351582" cy="2536794"/>
            <a:chOff x="0" y="0"/>
            <a:chExt cx="4468776" cy="338239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9050"/>
              <a:ext cx="3379551" cy="466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Presented by: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83935"/>
              <a:ext cx="3379551" cy="466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Instructor: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37565"/>
              <a:ext cx="3621601" cy="392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0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Lenon Lee O. Natividad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82395"/>
              <a:ext cx="3621601" cy="392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0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IT342 -  G6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989750"/>
              <a:ext cx="4468776" cy="392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0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Mr. Frederick L. Revilleza Jr.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719265" y="3094874"/>
            <a:ext cx="1819055" cy="1849317"/>
          </a:xfrm>
          <a:custGeom>
            <a:avLst/>
            <a:gdLst/>
            <a:ahLst/>
            <a:cxnLst/>
            <a:rect r="r" b="b" t="t" l="l"/>
            <a:pathLst>
              <a:path h="1849317" w="1819055">
                <a:moveTo>
                  <a:pt x="0" y="0"/>
                </a:moveTo>
                <a:lnTo>
                  <a:pt x="1819055" y="0"/>
                </a:lnTo>
                <a:lnTo>
                  <a:pt x="1819055" y="1849317"/>
                </a:lnTo>
                <a:lnTo>
                  <a:pt x="0" y="184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16554" y="4892518"/>
            <a:ext cx="13896127" cy="11446935"/>
          </a:xfrm>
          <a:custGeom>
            <a:avLst/>
            <a:gdLst/>
            <a:ahLst/>
            <a:cxnLst/>
            <a:rect r="r" b="b" t="t" l="l"/>
            <a:pathLst>
              <a:path h="11446935" w="13896127">
                <a:moveTo>
                  <a:pt x="0" y="0"/>
                </a:moveTo>
                <a:lnTo>
                  <a:pt x="13896127" y="0"/>
                </a:lnTo>
                <a:lnTo>
                  <a:pt x="13896127" y="11446935"/>
                </a:lnTo>
                <a:lnTo>
                  <a:pt x="0" y="114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3175828" y="1031254"/>
            <a:ext cx="4086026" cy="4080918"/>
          </a:xfrm>
          <a:custGeom>
            <a:avLst/>
            <a:gdLst/>
            <a:ahLst/>
            <a:cxnLst/>
            <a:rect r="r" b="b" t="t" l="l"/>
            <a:pathLst>
              <a:path h="4080918" w="4086026">
                <a:moveTo>
                  <a:pt x="0" y="4080918"/>
                </a:moveTo>
                <a:lnTo>
                  <a:pt x="4086026" y="4080918"/>
                </a:lnTo>
                <a:lnTo>
                  <a:pt x="4086026" y="0"/>
                </a:lnTo>
                <a:lnTo>
                  <a:pt x="0" y="0"/>
                </a:lnTo>
                <a:lnTo>
                  <a:pt x="0" y="408091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4975" y="5595167"/>
            <a:ext cx="11923407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Purpose: </a:t>
            </a: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Digitize and modernize the delivery of services in Barangay Labangon.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4975" y="6160317"/>
            <a:ext cx="13269809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Problem:</a:t>
            </a: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Slow manual processing, long physical lines, and inefficient tracking of requests.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4975" y="6725467"/>
            <a:ext cx="11923407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Intended Users:</a:t>
            </a:r>
          </a:p>
          <a:p>
            <a:pPr algn="just" marL="1079502" indent="-359834" lvl="2">
              <a:lnSpc>
                <a:spcPts val="2750"/>
              </a:lnSpc>
              <a:buFont typeface="Arial"/>
              <a:buChar char="⚬"/>
            </a:pP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Residents (Mobile/Web users requesting services)</a:t>
            </a:r>
          </a:p>
          <a:p>
            <a:pPr algn="just" marL="1079502" indent="-359834" lvl="2">
              <a:lnSpc>
                <a:spcPts val="2750"/>
              </a:lnSpc>
              <a:buFont typeface="Arial"/>
              <a:buChar char="⚬"/>
            </a:pP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Barangay Admins (Web users managing the system)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4975" y="7976417"/>
            <a:ext cx="11923407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Goal: </a:t>
            </a: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Provide efficient, transparent, and 24/7 accessible barangay governance</a:t>
            </a: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228725"/>
            <a:ext cx="12917543" cy="269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-20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PROJECT INTRODUCTION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4267764"/>
            <a:ext cx="10392981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450109" y="3964869"/>
            <a:ext cx="821165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0"/>
              </a:lnSpc>
            </a:pPr>
            <a:r>
              <a:rPr lang="en-US" sz="21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(02)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85864" y="-1001600"/>
            <a:ext cx="6186987" cy="11874718"/>
          </a:xfrm>
          <a:custGeom>
            <a:avLst/>
            <a:gdLst/>
            <a:ahLst/>
            <a:cxnLst/>
            <a:rect r="r" b="b" t="t" l="l"/>
            <a:pathLst>
              <a:path h="11874718" w="6186987">
                <a:moveTo>
                  <a:pt x="6186987" y="0"/>
                </a:moveTo>
                <a:lnTo>
                  <a:pt x="0" y="0"/>
                </a:lnTo>
                <a:lnTo>
                  <a:pt x="0" y="11874719"/>
                </a:lnTo>
                <a:lnTo>
                  <a:pt x="6186987" y="11874719"/>
                </a:lnTo>
                <a:lnTo>
                  <a:pt x="6186987" y="0"/>
                </a:lnTo>
                <a:close/>
              </a:path>
            </a:pathLst>
          </a:custGeom>
          <a:blipFill>
            <a:blip r:embed="rId2"/>
            <a:stretch>
              <a:fillRect l="-83534" t="-30932" r="-12153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83785" y="5895687"/>
            <a:ext cx="7871836" cy="206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1" indent="-269876" lvl="1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Secure User Authentication &amp; Role-Based Access</a:t>
            </a:r>
          </a:p>
          <a:p>
            <a:pPr algn="just" marL="539751" indent="-269876" lvl="1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Resident ID Verification System</a:t>
            </a:r>
          </a:p>
          <a:p>
            <a:pPr algn="just" marL="539751" indent="-269876" lvl="1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Online Certificate Requests &amp; Tracking</a:t>
            </a:r>
          </a:p>
          <a:p>
            <a:pPr algn="just" marL="539751" indent="-269876" lvl="1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Incident Reporting / Complaints Submission</a:t>
            </a:r>
          </a:p>
          <a:p>
            <a:pPr algn="just" marL="539751" indent="-269876" lvl="1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Centralized Admin Dashboard</a:t>
            </a:r>
          </a:p>
          <a:p>
            <a:pPr algn="just" marL="539751" indent="-269876" lvl="1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REST API &amp; Multi-Platform Integration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83785" y="2187863"/>
            <a:ext cx="9490433" cy="269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-20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MAIN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55621" y="8955405"/>
            <a:ext cx="821165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21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(03)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95416" y="2139281"/>
            <a:ext cx="2750718" cy="2796479"/>
          </a:xfrm>
          <a:custGeom>
            <a:avLst/>
            <a:gdLst/>
            <a:ahLst/>
            <a:cxnLst/>
            <a:rect r="r" b="b" t="t" l="l"/>
            <a:pathLst>
              <a:path h="2796479" w="2750718">
                <a:moveTo>
                  <a:pt x="0" y="0"/>
                </a:moveTo>
                <a:lnTo>
                  <a:pt x="2750718" y="0"/>
                </a:lnTo>
                <a:lnTo>
                  <a:pt x="2750718" y="2796479"/>
                </a:lnTo>
                <a:lnTo>
                  <a:pt x="0" y="2796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7383785" y="9272587"/>
            <a:ext cx="6766936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1311644" y="-2952325"/>
            <a:ext cx="8362504" cy="8352051"/>
          </a:xfrm>
          <a:custGeom>
            <a:avLst/>
            <a:gdLst/>
            <a:ahLst/>
            <a:cxnLst/>
            <a:rect r="r" b="b" t="t" l="l"/>
            <a:pathLst>
              <a:path h="8352051" w="8362504">
                <a:moveTo>
                  <a:pt x="0" y="8352051"/>
                </a:moveTo>
                <a:lnTo>
                  <a:pt x="8362504" y="8352051"/>
                </a:lnTo>
                <a:lnTo>
                  <a:pt x="8362504" y="0"/>
                </a:lnTo>
                <a:lnTo>
                  <a:pt x="0" y="0"/>
                </a:lnTo>
                <a:lnTo>
                  <a:pt x="0" y="8352051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357167" y="4393429"/>
            <a:ext cx="16447640" cy="13548744"/>
          </a:xfrm>
          <a:custGeom>
            <a:avLst/>
            <a:gdLst/>
            <a:ahLst/>
            <a:cxnLst/>
            <a:rect r="r" b="b" t="t" l="l"/>
            <a:pathLst>
              <a:path h="13548744" w="16447640">
                <a:moveTo>
                  <a:pt x="0" y="0"/>
                </a:moveTo>
                <a:lnTo>
                  <a:pt x="16447640" y="0"/>
                </a:lnTo>
                <a:lnTo>
                  <a:pt x="16447640" y="13548743"/>
                </a:lnTo>
                <a:lnTo>
                  <a:pt x="0" y="13548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28725"/>
            <a:ext cx="9768702" cy="269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-20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69044" y="3775076"/>
            <a:ext cx="821165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0"/>
              </a:lnSpc>
            </a:pPr>
            <a:r>
              <a:rPr lang="en-US" sz="21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(04)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73958" y="5518786"/>
            <a:ext cx="848534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Frontend Layer (Clients):</a:t>
            </a: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React.js (Web) &amp; Kotlin (Android Mobile)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3958" y="6455411"/>
            <a:ext cx="8485342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Backend Layer (API): </a:t>
            </a: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Java Spring Boot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3958" y="7049136"/>
            <a:ext cx="8485342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Database Layer: </a:t>
            </a: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PostgreSQL hosted on Supabase cloud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73958" y="7642861"/>
            <a:ext cx="8485342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0"/>
              </a:lnSpc>
            </a:pPr>
            <a:r>
              <a:rPr lang="en-US" sz="250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Flow: </a:t>
            </a:r>
            <a:r>
              <a:rPr lang="en-US" sz="25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Clients send HTTP requests (Axios/Retrofit) ➔ Spring Boot processes logic ➔ Saves to PostgreSQL ➔ Returns JSON response.</a:t>
            </a:r>
          </a:p>
          <a:p>
            <a:pPr algn="just">
              <a:lnSpc>
                <a:spcPts val="275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773958" y="4580723"/>
            <a:ext cx="8485342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 spc="-6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CLIENT-SERVER REST API ARCHITECTURE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8700" y="4145779"/>
            <a:ext cx="9768667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671698" y="-4124660"/>
            <a:ext cx="13592877" cy="11197132"/>
          </a:xfrm>
          <a:custGeom>
            <a:avLst/>
            <a:gdLst/>
            <a:ahLst/>
            <a:cxnLst/>
            <a:rect r="r" b="b" t="t" l="l"/>
            <a:pathLst>
              <a:path h="11197132" w="13592877">
                <a:moveTo>
                  <a:pt x="13592877" y="0"/>
                </a:moveTo>
                <a:lnTo>
                  <a:pt x="0" y="0"/>
                </a:lnTo>
                <a:lnTo>
                  <a:pt x="0" y="11197132"/>
                </a:lnTo>
                <a:lnTo>
                  <a:pt x="13592877" y="11197132"/>
                </a:lnTo>
                <a:lnTo>
                  <a:pt x="1359287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19877" y="3032413"/>
            <a:ext cx="20527754" cy="16909737"/>
          </a:xfrm>
          <a:custGeom>
            <a:avLst/>
            <a:gdLst/>
            <a:ahLst/>
            <a:cxnLst/>
            <a:rect r="r" b="b" t="t" l="l"/>
            <a:pathLst>
              <a:path h="16909737" w="20527754">
                <a:moveTo>
                  <a:pt x="20527754" y="0"/>
                </a:moveTo>
                <a:lnTo>
                  <a:pt x="0" y="0"/>
                </a:lnTo>
                <a:lnTo>
                  <a:pt x="0" y="16909737"/>
                </a:lnTo>
                <a:lnTo>
                  <a:pt x="20527754" y="16909737"/>
                </a:lnTo>
                <a:lnTo>
                  <a:pt x="2052775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58522" y="2053618"/>
            <a:ext cx="10827145" cy="400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spc="-20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THANK YOU FOR YOUR ATTENTION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914871" y="7372957"/>
            <a:ext cx="1043097" cy="1060450"/>
          </a:xfrm>
          <a:custGeom>
            <a:avLst/>
            <a:gdLst/>
            <a:ahLst/>
            <a:cxnLst/>
            <a:rect r="r" b="b" t="t" l="l"/>
            <a:pathLst>
              <a:path h="1060450" w="1043097">
                <a:moveTo>
                  <a:pt x="0" y="0"/>
                </a:moveTo>
                <a:lnTo>
                  <a:pt x="1043098" y="0"/>
                </a:lnTo>
                <a:lnTo>
                  <a:pt x="1043098" y="1060450"/>
                </a:lnTo>
                <a:lnTo>
                  <a:pt x="0" y="1060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10676336" y="5245369"/>
            <a:ext cx="2306400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DAHKZPlxHsI</dc:identifier>
  <dcterms:modified xsi:type="dcterms:W3CDTF">2011-08-01T06:04:30Z</dcterms:modified>
  <cp:revision>1</cp:revision>
  <dc:title>LabangOnline</dc:title>
</cp:coreProperties>
</file>